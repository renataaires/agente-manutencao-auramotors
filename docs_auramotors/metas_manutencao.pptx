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AuraMotors - Metas de Manutenção Q3/Q4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Meta 1: Reduzir tempo de paradas não planejadas (Downtime) em 15%.</a:t>
            </a:r>
          </a:p>
          <a:p>
            <a:r>
              <a:t>Meta 2: Manter 98% de precisão no estoque de SKUs críticos.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